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2707" y="1720304"/>
            <a:ext cx="78385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la Información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869966" y="2558504"/>
            <a:ext cx="34040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27001, SGSI y COBIT 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44080" y="3183285"/>
            <a:ext cx="385583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TI y Prácticas Seguras en Desarrollo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Exposición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4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Fundamentales de Seguridad de la Información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 y el Sistema de Gestión de Seguridad de la Información (SGSI)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y Controles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5: Gobierno de TI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entre Gobierno de TI y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Reales y Buenas Prácticas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la Seguridad de la Información?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de la información es el conjunto de prácticas y controles diseñados para proteger la información de una organización contra accesos no autorizados, modificaciones, destrucción o divulgación.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197894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clave: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Confidencialidad, Integridad y Disponibilidad (CIA)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12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916263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Triada CIA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102941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usuarios autorizados acceden a la información. Protección contra divulgación no autorizada.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5812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Integridad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339819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sin modificaciones no autorizadas. Exactitud y consistencia mantenidas.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22106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693444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accesible cuando se necesita. Minimización de tiempos de inactividad.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27001: ¿Qué 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internacional que establece los requisitos para implementar, mantener y mejorar continuamente un </a:t>
            </a:r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Gestión de Seguridad de la Información (SGSI).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7983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publicación: 2005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actual: ISO/IEC 27001:2022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Aplicable a organizaciones de cualquier tamaño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Propósito de ISO/IEC 27001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Establecer un marco de gestión de riesgos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Asegurar confidencialidad, integridad y disponibilidad de información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confianza en stakeholders y partes interesadas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Demostrar debida diligencia y cumplimiento normativo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inversiones en seguridad de la información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del SGSI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Seguridad: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Compromiso de la organización con la protección de información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Riesgos: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Identificación y análisis de riesgos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 de Riesgos: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Implementación de controles y mitigaciones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y Revisión: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Evaluación continua del SGSI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 del SGSI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SGSI se sustenta en el ciclo </a:t>
            </a:r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Planificar-Hacer-Verificar-Actuar (PHVA)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Definir política, objetivos y procedimientos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Implementar controles y procedimientos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Monitorear y evaluar el sistema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Mejora continua basada en resultados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de Acceso (Control de Acceso)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 quién tiene acceso a qué recursos y bajo qué condiciones.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Establecer la identidad del usuario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Verificar permisos y derechos de acceso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de Menor Privilegio: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Solo acceso necesario para la función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Segregación de Funciones: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Separar responsabilidades críticas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 de Autenticación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Credential basada en algo que sabes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Multi-Factor (MFA):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Combinación de múltiples métodos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Biometría: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Huella digital, reconocimiento facial, escaneo de retina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Tokens/Certificados: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Algo que posees (tarjeta, token)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de Dos Factores (2FA):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Código temporal + contraseña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Riesgos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sistemático de identificar, analizar, evaluar y tratar riesgos.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Detección de amenazas y vulnerabilidades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Evaluación de probabilidad e impacto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Clasificación según nivel de riesgo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Tratamiento: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Aceptación, mitigación, transferencia o eliminación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COBIT 5?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5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 un marco integral de gobierno y gestión de tecnologías de información (TI) desarrollado por ISACA.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957983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Proporciona directrices para alinear TI con objetivos empresariales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 estándares de control y auditoría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holístico del gobierno corporativo de TI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Aplicable a organizaciones de cualquier tamaño e industria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Principios de COBIT 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Satisfacer necesidades de accionistas: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Alinear TI con objetivos empresariales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Cubrir la empresa de extremo a extremo: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Considerar TI como activo estratégico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Aplicar un framework integrado: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Usar estándares y prácticas consolidadas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Principios de COBIT 5 (continuación)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Habilitar una cultura de gobierno: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Responsabilidad y transparencia en decisiones de TI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Separar gobierno de gestión: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Gobierno evalúa y supervisa; gestión implementa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150852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34283"/>
            <a:ext cx="7924800" cy="129525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vs. Gestión de TI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561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TI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2941"/>
            <a:ext cx="731520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necesidades. Dirección y decisiones. Monitoreo de desempeño. Responsabilidad del consejo.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139083"/>
            <a:ext cx="74615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TI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11463"/>
            <a:ext cx="74615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y ejecución. Implementación de directives. Operaciones y monitoreo. Responsabilidad de TI.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Relación: Gobierno de TI y Seguridad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</a:t>
            </a:r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TI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proporciona el marco para que la </a:t>
            </a:r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de la información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sea efectiva: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Establece políticas y estándares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 recursos y presupuesto para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Supervisa cumplimiento de controles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roles y responsabilidades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Integración: COBIT 5 + ISO 27001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5: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Proporciona gobierno estratégico de TI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 gestión operativa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Juntos forman un sistema integral de seguridad corporativa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5 establece "qué hacer"; ISO 27001 establece "cómo hacerlo"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Real: Ataque EMERALDWHALE (2024)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 masiva de robo de credenciales</a:t>
            </a:r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repositorios Git desprotegidos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repositorios privados comprometidos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 credenciales robadas de servidores Amazon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cuentas de correo, servicios en nube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Herramientas: MZR V2, Seyzo-v2 (vendidas en mercados clandestinos)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EMERALDWHALE: Modus Operandi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archivos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.git/config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expuestos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Extracción de archivos </a:t>
            </a:r>
            <a:pPr indent="0" marL="0">
              <a:lnSpc>
                <a:spcPts val="243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(credenciales de Laravel)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 de API keys y tokens de acceso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Clonación de repositorios privados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de 67,000+ URLs con .git/config en Telegram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Vulnerabilidades Explotadas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insegura de servidores: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 protección de acceso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en repositorios: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Hardcodeadas en código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.gitignore: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Archivos sensibles trackeados en Git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validación de acceso: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Repositorios públicamente accesibles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de EMERALDWHALE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no autorizado a infraestructura en nube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phishing y suplantación de identidad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Exposición de datos sensibles de clientes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Violación de confiabilidad empresarial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Posibles brechas de cumplimiento normativo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Prácticas: Gestión de Credenciales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hardcodear: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Credenciales en código fuente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variables de entorno: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Almacenar secretos en .env (no en Git)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Excluir .env, .config, archivos de credenciales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de secretos centralizado: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HashiCorp Vault, AWS Secrets Manager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Prácticas: Seguridad en Repositorios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 privado: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Repositorios privados por defecto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ramas: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 reviews antes de merge a main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de commits: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Revisar cambios antes de push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Escaneo de secretos: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GitGuardian, TruffleHog detectan credenciales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Prácticas: Accesos y Autenticación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Keys: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lugar de HTTPS con credenciales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MFA/2FA: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Autenticación de dos factores en todas las cuentas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(Personal Access Tokens):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Tokens limitados en tiempo y permisos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de credenciales: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Cambio periódico de contraseñas y tokens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Prácticas: Gestión de Secretos DevOps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 secretos: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único gestor para desarrollo, test, producción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Rotación automatizada: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Cambio automático de credenciales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centralizada: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Registro de quién accede qué secreto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Revocación inmediata: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Deshabilitar credenciales comprometidas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Pre-Commit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hooks para detectar secretos antes de hacer commit: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hooks: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Ejecutar análisis local antes de commit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Advanced Security: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Escaneo automático de secretos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TruffleHog/GitGuardian: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Detectan patrones de credenciales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Bloquear commits: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Impedir que se envíen secretos a repositorio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Otros Incidentes en Desarrollo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de brechas de seguridad en el ciclo de desarrollo: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1872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Credenciales en archivos de configuración versionados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Inyección de dependencias comprometidas en npm/PyPI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privilegiado sin segregación de funciones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revisión de código (code review)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SGSI en Desarrollo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seguridad del código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riesgos en dependencias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código obligatoria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de seguridad automatizado (SAST)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centralizada de secretos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y Responsabilidades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(Chief Info Security Officer):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Gobierno estratégico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Team: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Diseño e implementación de controles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Codificar de manera segura, seguir prácticas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Proteger infraestructura y secretos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Verificar cumplimiento de controles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Seguridad (KPIs)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medio de detección (MTTD) de vulnerabilidades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medio de remediación (MTTR)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de incidentes de seguridad resueltos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auditorías y reviews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políticas de seguridad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Recomendadas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GitGuardian/TruffleHog: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Detección de secretos en Git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HashiCorp Vault: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Gestión centralizada de secretos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ZAP/Burp: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Testing de seguridad en aplicaciones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SonarQube: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Análisis estático de código (SAST)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Docker/Kubernetes: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Aislamiento de entornos y workloads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Regulatorio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Protección de datos personales en 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PCI-DSS: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Seguridad de datos de tarjetas de crédito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Confidencialidad de datos de salud (EE.UU.)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Confiabilidad de servicios en nube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Estándar global de gestión de seguridad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Continuidad de Negocio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recuperación ante desastres (DRP)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continuidad de negocio (BCP)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de procesos críticos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incidentes de seguridad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 con stakeholders en caso de brecha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y Conciencia de Seguridad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Entrenamientos regulares sobre seguridad de información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Conciencia sobre phishing y ingeniería social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credenciales y principios de acceso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Manejo seguro de datos y clasificación de información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incidentes de seguridad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ISO 27001 SGSI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Marco integral para gestión de seguridad de información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Protege CIA: Confidencialidad, Integridad, Disponibilidad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Mejora continua mediante ciclo PHVA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Genera confianza en stakeholders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Base para cumplimiento normativo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COBIT 5 Gobierno 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Alineación de TI con objetivos empresariales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principios de gobierno integral de TI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Separación clara: Gobierno vs. Gestión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Responsabilidad y transparencia en decisiones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Complemento estratégico a ISO 27001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Seguridad en Desarrollo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Nunca hardcodear credenciales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Gestión centralizada de secretos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Auditoría y review de accesos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Escaneo automático de vulnerabilidades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Cultura de seguridad desde el inicio del desarrollo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74177" y="1973759"/>
            <a:ext cx="359564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Finales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2689920"/>
            <a:ext cx="7924800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de la información es </a:t>
            </a:r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 de todos</a:t>
            </a:r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COBIT 5 + ISO 27001 + Buenas Prácticas = Protección Integral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6858" y="1804095"/>
            <a:ext cx="285028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67508" y="2581275"/>
            <a:ext cx="20089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tu atención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31262" y="3152775"/>
            <a:ext cx="268132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Andres • Seguridad de la Información •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2026-03-16T11:35:22Z</dcterms:created>
  <dcterms:modified xsi:type="dcterms:W3CDTF">2026-03-16T11:35:22Z</dcterms:modified>
</cp:coreProperties>
</file>